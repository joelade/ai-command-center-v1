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0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Command Center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Palantir-style AI platform</a:t>
            </a:r>
          </a:p>
          <a:p>
            <a:r>
              <a:t>Open WebUI + Ollama + Agents +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Command Center?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self-hosted AI control center</a:t>
            </a:r>
          </a:p>
          <a:p>
            <a:r>
              <a:t>Runs fully offline</a:t>
            </a:r>
          </a:p>
          <a:p>
            <a:r>
              <a:t>Enterprise-grade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WebUI</a:t>
            </a:r>
          </a:p>
          <a:p>
            <a:r>
              <a:t>Ollama LLM Engine</a:t>
            </a:r>
          </a:p>
          <a:p>
            <a:r>
              <a:t>Qdrant Vector DB</a:t>
            </a:r>
          </a:p>
          <a:p>
            <a:r>
              <a:t>AI Orchestrator</a:t>
            </a:r>
          </a:p>
          <a:p>
            <a:r>
              <a:t>RAG Knowledge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→ Open WebUI → Agents → Ollama → Tools → Knowledge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ChatGPT</a:t>
            </a:r>
          </a:p>
          <a:p>
            <a:r>
              <a:t>Autonomous Agents</a:t>
            </a:r>
          </a:p>
          <a:p>
            <a:r>
              <a:t>Browser Automation</a:t>
            </a:r>
          </a:p>
          <a:p>
            <a:r>
              <a:t>DevOps AI</a:t>
            </a:r>
          </a:p>
          <a:p>
            <a:r>
              <a:t>Private Knowledge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Stack</a:t>
            </a:r>
          </a:p>
          <a:p>
            <a:r>
              <a:t>Chat with AI</a:t>
            </a:r>
          </a:p>
          <a:p>
            <a:r>
              <a:t>Upload Docs</a:t>
            </a:r>
          </a:p>
          <a:p>
            <a:r>
              <a:t>Run Agent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Automation</a:t>
            </a:r>
          </a:p>
          <a:p>
            <a:r>
              <a:t>DevOps</a:t>
            </a:r>
          </a:p>
          <a:p>
            <a:r>
              <a:t>Security Audit</a:t>
            </a:r>
          </a:p>
          <a:p>
            <a:r>
              <a:t>Documentation</a:t>
            </a:r>
          </a:p>
          <a:p>
            <a:r>
              <a:t>Business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Compose</a:t>
            </a:r>
          </a:p>
          <a:p>
            <a:r>
              <a:t>Kubernetes Ready</a:t>
            </a:r>
          </a:p>
          <a:p>
            <a:r>
              <a:t>Offline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Data</a:t>
            </a:r>
          </a:p>
          <a:p>
            <a:r>
              <a:t>No Cloud Dependency</a:t>
            </a:r>
          </a:p>
          <a:p>
            <a:r>
              <a:t>Enterprise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personal AI operating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Command Center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57906" y="2057400"/>
            <a:ext cx="2286000" cy="639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Browser /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8306" y="2057400"/>
            <a:ext cx="2286000" cy="639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Open WebUI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658706" y="2057400"/>
            <a:ext cx="2286000" cy="639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Orchestrator (Agents)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58306" y="3429000"/>
            <a:ext cx="2286000" cy="639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Ollama</a:t>
            </a:r>
            <a:r>
              <a:rPr dirty="0"/>
              <a:t> LLM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58706" y="3429000"/>
            <a:ext cx="2286000" cy="639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Vector DB (Qdrant)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Component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Layer: Open WebUI</a:t>
            </a:r>
          </a:p>
          <a:p>
            <a:r>
              <a:t>• AI Layer: Ollama Local LLMs</a:t>
            </a:r>
          </a:p>
          <a:p>
            <a:r>
              <a:t>• Orchestration: Multi-Agent System</a:t>
            </a:r>
          </a:p>
          <a:p>
            <a:r>
              <a:t>• Knowledge: RAG + Vector DB</a:t>
            </a:r>
          </a:p>
          <a:p>
            <a:r>
              <a:t>• Tools: MCP, DevOps, APIs</a:t>
            </a:r>
          </a:p>
          <a:p>
            <a:r>
              <a:t>• Security: RBAC, Offline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Knowledge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Upload documents</a:t>
            </a:r>
          </a:p>
          <a:p>
            <a:r>
              <a:t>2. Chunk &amp; embed</a:t>
            </a:r>
          </a:p>
          <a:p>
            <a:r>
              <a:t>3. Store in vector DB</a:t>
            </a:r>
          </a:p>
          <a:p>
            <a:r>
              <a:t>4. Semantic search</a:t>
            </a:r>
          </a:p>
          <a:p>
            <a:r>
              <a:t>5. Context injection into LLM</a:t>
            </a:r>
          </a:p>
          <a:p>
            <a:r>
              <a:t>6. AI answers from private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217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 Command Center Demo</vt:lpstr>
      <vt:lpstr>What is AI Command Center?</vt:lpstr>
      <vt:lpstr>Core Components</vt:lpstr>
      <vt:lpstr>Architecture</vt:lpstr>
      <vt:lpstr>Key Capabilities</vt:lpstr>
      <vt:lpstr>Demo Flow</vt:lpstr>
      <vt:lpstr>Use Cases</vt:lpstr>
      <vt:lpstr>Deployment</vt:lpstr>
      <vt:lpstr>Security</vt:lpstr>
      <vt:lpstr>Conclusion</vt:lpstr>
      <vt:lpstr>AI Command Center Architecture Diagram</vt:lpstr>
      <vt:lpstr>Detailed Component Architecture</vt:lpstr>
      <vt:lpstr>RAG Knowledge Pipeline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Joel Adelubi</cp:lastModifiedBy>
  <cp:revision>3</cp:revision>
  <dcterms:created xsi:type="dcterms:W3CDTF">2013-01-27T09:14:16Z</dcterms:created>
  <dcterms:modified xsi:type="dcterms:W3CDTF">2026-01-21T07:54:30Z</dcterms:modified>
  <cp:category/>
</cp:coreProperties>
</file>